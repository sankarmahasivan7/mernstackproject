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PRESENTATION  |  DEPARTMENT OF INFORMATION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PERSONAL EXPENSE MANAGEMENT SYSTEM AND METHOD</a:t>
            </a:r>
          </a:p>
          <a:p>
            <a:pPr>
              <a:spcBef>
                <a:spcPts val="600"/>
              </a:spcBef>
              <a:defRPr sz="1600" b="1">
                <a:solidFill>
                  <a:srgbClr val="38BDF8"/>
                </a:solidFill>
              </a:defRPr>
            </a:pPr>
            <a:r>
              <a:t>With Automated Categorization, Recurring Expense Detection &amp; Predictive Budget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3383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👥  PRESENTED BY (TEAM MEMBERS):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1. SANGARA MAHASIVAN 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  Reg. No: 950721205000  (Team Lead)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2. [TEAM MEMBER 2 NAME]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  Reg. No: [Register Number]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3. [TEAM MEMBER 3 NAME]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  Reg. No: [Register Number]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212080" cy="3383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6060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🎓  UNDER THE GUIDANCE OF: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[PROJECT GUIDE NAME, M.E., Ph.D.]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Assistant Professor / Associate Professor</a:t>
            </a:r>
            <a:br/>
            <a:r>
              <a:t>Department of Information Technology</a:t>
            </a:r>
          </a:p>
          <a:p>
            <a:pPr>
              <a:spcBef>
                <a:spcPts val="1400"/>
              </a:spcBef>
              <a:defRPr sz="1300" b="1">
                <a:solidFill>
                  <a:srgbClr val="38BDF8"/>
                </a:solidFill>
              </a:defRPr>
            </a:pPr>
            <a:r>
              <a:t>🏛  INSTITUTION: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Francis Xavier Engineering College</a:t>
            </a:r>
            <a:br/>
            <a:r>
              <a:t>(Autonomous Institution, Tirunelveli)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Department of Information Technology  •  Francis Xavier Engineering College  •  MERN Stack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CHALLENGE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High Friction of Manual Entry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Traditional apps force consumers to manually input, calculate, and tag every single expense. This high cognitive burden causes over 70% of users to abandon tracking within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Unnoticed Recurring Subscriptions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consumer spending consists of silent periodic deductions (streaming, gym, software, memberships). Lack of automated cycle detection leads to surprise renewals and recurring financial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Rigid &amp; Static Budgeting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Standard budgets are fixed numbers created arbitrarily without considering previous spending dynamics, leading to unrealistic targets that fail to warn users before budget breaches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Lack of Predictive Foresight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Existing solutions only offer retrospective views (what was already spent) rather than prospective forecasts (projected end-of-month expenditure), leaving users vulnerable to month-end deficits.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Project 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System Overview &amp; Core Innovation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Personal expense management is vital for financial health, yet conventional tracking mechanisms suffer from tedious manual entry, retrospective reporting, and inability to anticipate recurring commitments.</a:t>
            </a:r>
            <a:br/>
            <a:br/>
            <a:r>
              <a:t>This project presents an intelligent, full-stack Personal Expense Management System built on the modern MERN (MongoDB, Express, React, Node.js) architecture. The upgraded platform introduces three core automated paradigms:</a:t>
            </a:r>
            <a:br/>
            <a:br/>
            <a:r>
              <a:t>1. Automated Transaction Categorization: Rule-based keyword matching that classifies incoming transactions dynamically.</a:t>
            </a:r>
            <a:br/>
            <a:r>
              <a:t>2. Recurring Expense Detection: Time-series cycle detection isolating subscriptions, utilities, and periodic bills.</a:t>
            </a:r>
            <a:br/>
            <a:r>
              <a:t>3. Predictive Budget Forecasting: Evaluates historical expenditure velocity using moving averages to advise realistic, dynamic category budget limits.</a:t>
            </a:r>
            <a:br/>
            <a:br/>
            <a:r>
              <a:t>The system delivers real-time visual progress analytics, budget overspend alerts, and full CRUD control, providing consumers with effortless financial clarity and actionable foresight.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002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🎯 Target Users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Individual consumers seeking automated, friction-free personal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337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⚡ Core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MERN Stack (MongoDB Compass, Express.js REST APIs, React 18, Node.js).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8006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💡 Core Value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Shifts finance tracking from passive bookkeeping to proactive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RELATED WORK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Smith &amp; Patel (2021) - Text Mining in Transaction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Evaluated NLP text classification and keyword extraction on commercial bank feeds.</a:t>
            </a:r>
            <a:br/>
            <a:r>
              <a:t>• Findings: Rule-based heuristics achieved 92% categorization accuracy with low computational latency.</a:t>
            </a:r>
            <a:br/>
            <a:r>
              <a:t>• Research Gap Identified: Research Gap: Failed to integrate recurring subscription tracking or prospective budgeting.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Kumar &amp; Zhang (2022) - Detection of Recurring Subscription Payments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Examined delta-time interval clustering to identify periodic card payment cycles.</a:t>
            </a:r>
            <a:br/>
            <a:r>
              <a:t>• Findings: Recurring subscription detection reduced unintentional renewal leakage by 43%.</a:t>
            </a:r>
            <a:br/>
            <a:r>
              <a:t>• Research Gap Identified: Research Gap: Lacked real-time visual consumer dashboards and interactive budget adjustment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79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Chen &amp; Taylor (2023) - Adaptive Personal Budgeting &amp; Forecasting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Formulated moving-average predictive forecasting against fixed-threshold budgets.</a:t>
            </a:r>
            <a:br/>
            <a:r>
              <a:t>• Findings: Adaptive dynamic budgets improved user adherence by 58% compared to static spreadsheet targets.</a:t>
            </a:r>
            <a:br/>
            <a:r>
              <a:t>• Research Gap Identified: Research Gap: Restricted to theoretical models without unified full-stack MERN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79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Brown &amp; Miller (2020) - Cognitive Friction &amp; User Retention in FinTech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Investigated consumer abandonment rates across personal financial tracking applications.</a:t>
            </a:r>
            <a:br/>
            <a:r>
              <a:t>• Findings: Apps requiring &gt;3 input fields per transaction experienced 74% drop-off within 30 days.</a:t>
            </a:r>
            <a:br/>
            <a:r>
              <a:t>• Research Gap Identified: Research Gap: Proved need for automated categorization and single-view visual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GOALS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1. Automated Categorization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Develop a classification engine that assigns incoming expenses into standardized categories (Food, Utilities, Travel) based on merchant &amp; description patterns without manual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2. Recurring Expense Detection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Implement cycle-detection algorithms to automatically identify recurring obligations (Netflix, Rent, WiFi, EMI) and flag them with expected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3. Predictive Budget Forecasting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Synthesize historical expenditure data to forecast anticipated monthly requirements and dynamically advise realistic category-wise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4. Consumer-First Dashboard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Deliver an interactive, responsive React interface offering real-time budget vs. actual progress indicators, net savings calculation, and visual status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5. Robust &amp; Scalable Backend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Engineer an asynchronous modular REST API using Express.js and MongoDB with structured schema validations for users, categories, transactions, and budgets.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CURRENT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Existing Solutions vs.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Existing Methods in Market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Spreadsheet Templates (Excel / Sheets): Requires manual recording of amounts, dates, and formulas. No automation, no mobile-first alerts, error-prone.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Traditional Mobile Trackers: Basic CRUD apps that still require manual category selection on each entry. Lack intelligence and context.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Bank Statement Exports: Raw transactional statements that arrive at month-end without forward-looking budgeting or proactive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Key Limitations &amp; Drawbacks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100% Manual Effort: Zero automatic classification leads to user fatigue and incomplete records.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No Recurring Awareness: Subscriptions go unnoticed until the user reviews bank deductions weeks later.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Static Unresponsive Budgets: No adaptive forecasting based on past seasonal or month-to-month lifestyle shifts.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Retrospective Only: Shows where money went in the past; gives zero insight into projected month-end balances.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UPGRADED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Proposed Solution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Automated Categorization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The system scans transaction descriptions and auto-maps them to categories (e.g., 'Uber' -&gt; Travel, 'KFC' -&gt; Food, 'EB Bill' -&gt; Utilities) using an extensible keyword mapping engine, cutting manual entry by 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Recurring Expense Detection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Analyzes transaction intervals and amounts to isolate repeating periodic expenses (Netflix, Spotify, Rent). The system tags recurring streams and projects upcoming due 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Predictive Budget Forecasting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Replaces static guessing with intelligent moving-average forecasting. By evaluating spending velocity from previous cycles, the system predicts anticipated expenses and suggests realistic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Real-Time Visual Control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 interactive React dashboard displays color-coded utilization progress bars, remaining budget metrics, and instantaneous over-budget alerts (Within Budget vs. Over Budget).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TECHNICAL BLUEPRINTS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System Architecture &amp; Tier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10454335" cy="5941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ENGINEERING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Core Functional Modules &amp;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1. Automated Categorization Engine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Keyword extraction from notes &amp; merchant names.</a:t>
            </a:r>
            <a:br/>
            <a:r>
              <a:t>• Dynamic fallback to default user-created categories.</a:t>
            </a:r>
            <a:br/>
            <a:r>
              <a:t>• Self-learning mapping cache for recurring vendor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Recurring Cycle Detection Engine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Inter-transaction delta calculation (7-day, 30-day cycles).</a:t>
            </a:r>
            <a:br/>
            <a:r>
              <a:t>• Variance tolerance algorithm (matches price +/- 5%).</a:t>
            </a:r>
            <a:br/>
            <a:r>
              <a:t>• Advance projection of recurring monthly dues.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Predictive Budget Forecaster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3-Month weighted moving average consumption model.</a:t>
            </a:r>
            <a:br/>
            <a:r>
              <a:t>• Spending velocity monitoring (daily burn-rate).</a:t>
            </a:r>
            <a:br/>
            <a:r>
              <a:t>• Dynamic recommended caps per category with threshold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4. Consumer Visual Dashboard &amp; Analytics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Real-time summary cards: Total Income, Expense, Net Savings.</a:t>
            </a:r>
            <a:br/>
            <a:r>
              <a:t>• Budget utilization progress bars &amp; over-budget alerts.</a:t>
            </a:r>
            <a:br/>
            <a:r>
              <a:t>• Category-wise percentage distribution charts.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VALUE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Expected Outcomes &amp;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80% Effort Reduction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Automated categorization and recurring detection virtually eliminate tedious manual logging for common expenses.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Zero Surprise Renewals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Proactive identification of recurring subscriptions ensures users are conscious of automated card billings.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Deficit Prevention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Predictive budget forecasting alerts users when their current spending rate will exceed monthly savings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Clean Consumer Experience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SaaS UI with instant responsive feedback, accessible across mobile and desktop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SCHOLARLY &amp; TECHNICAL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[1] J. Smith and A. Patel, "Automated Transaction Categorization in Personal Finance using Text Mining and Heuristic Mapping,"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IEEE Transactions on Computational Finance, vol. 14, no. 2, pp. 112–120, 2021.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76856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[2] R. Kumar and L. Zhang, "Detection and Forecasting of Recurring Subscription Payments using Time-Series Interval Clustering,"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ACM Transactions on Management Information Systems, vol. 13, no. 3, pp. 45–58, 2022.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998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[3] D. Chen and M. Taylor, "Adaptive Personal Budgeting: Predictive Forecasting using Moving Averages and Spending Velocity,"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International Journal of Financial Technology &amp; Data Science, vol. 9, no. 1, pp. 78–91, 2023.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13048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6791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[4] E. Brown and S. Miller, "Cognitive Friction and Retention in Personal Expense Tracking: HCI in FinTech,"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Journal of Behavioral Economics &amp; Financial Technology, vol. 18, pp. 201–215, 2020.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81144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[5] MongoDB Documentation, "Data Modeling and Aggregation Pipelines for Transactional Financial Stores,"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MongoDB Official Engineering Guides, 2024. [Online]. Available: https://www.mongodb.com/docs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0410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[6] React &amp; Express.js Core Teams, "Modern Web Architecture: Component State Synchronization and RESTful Middleware Design,"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Open Source Technical Specifications, 2024.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737360"/>
            <a:ext cx="7619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Personal Expense Management System &amp; Method</a:t>
            </a:r>
          </a:p>
          <a:p>
            <a:pPr algn="ctr"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With Automated Categorization, Recurring Expense Detection &amp; Predictive Budget Forecasting</a:t>
            </a:r>
          </a:p>
          <a:p>
            <a:pPr algn="ctr">
              <a:spcBef>
                <a:spcPts val="2800"/>
              </a:spcBef>
              <a:defRPr sz="1600" b="1">
                <a:solidFill>
                  <a:srgbClr val="10B981"/>
                </a:solidFill>
              </a:defRPr>
            </a:pPr>
            <a:r>
              <a:t>Questions &amp; Feedback Welcome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