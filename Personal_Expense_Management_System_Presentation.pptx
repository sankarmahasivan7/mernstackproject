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PERSONAL EXPENSE MANAGEMENT SYSTEM</a:t>
            </a:r>
          </a:p>
          <a:p>
            <a:pPr>
              <a:spcBef>
                <a:spcPts val="1400"/>
              </a:spcBef>
              <a:defRPr sz="2000" b="1">
                <a:solidFill>
                  <a:srgbClr val="38BDF8"/>
                </a:solidFill>
              </a:defRPr>
            </a:pPr>
            <a:r>
              <a:t>With Automated Categorization, Recurring Expense Detection &amp; Predictive Budget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Automated Categorization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Rule &amp; Pattern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Recurring Detection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Subscription &amp; Cycle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Predictive Budgeting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Trend-Based Forecasting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MERN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MongoDB • Express • React •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Project Presentation  |  Department of Information Technology  |  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CHALLENGE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High Friction of Manual Entry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Traditional apps force consumers to manually input, calculate, and tag every single expense. This high cognitive burden causes over 70% of users to abandon tracking within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Unnoticed Recurring Subscriptions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Modern consumer spending consists of silent periodic deductions (streaming, gym, software, memberships). Lack of automated cycle detection leads to surprise renewals and recurring financial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Rigid &amp; Static Budgeting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Standard budgets are fixed numbers created arbitrarily without considering previous spending dynamics, leading to unrealistic targets that fail to warn users before budget breaches occur.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Lack of Predictive Foresight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Existing solutions only offer retrospective views (what was already spent) rather than prospective forecasts (projected end-of-month expenditure), leaving users vulnerable to month-end deficits.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System Overview &amp; Innovation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Personal expense management is vital for financial health, yet conventional tracking mechanisms suffer from tedious manual entry, retrospective reporting, and inability to anticipate financial commitments.</a:t>
            </a:r>
            <a:br/>
            <a:br/>
            <a:r>
              <a:t>This project presents an intelligent, full-stack Personal Expense Management System built on the MERN (MongoDB, Express, React, Node.js) architecture. The upgraded platform introduces three core automated paradigms:</a:t>
            </a:r>
            <a:br/>
            <a:br/>
            <a:r>
              <a:t>1. Automated Transaction Categorization utilizing rule-based keyword extraction.</a:t>
            </a:r>
            <a:br/>
            <a:r>
              <a:t>2. Recurring Expense Detection using interval and variance analysis to track subscriptions.</a:t>
            </a:r>
            <a:br/>
            <a:r>
              <a:t>3. Predictive Budget Forecasting that models past consumption patterns to recommend dynamic, realistic budget thresholds.</a:t>
            </a:r>
            <a:br/>
            <a:br/>
            <a:r>
              <a:t>The system delivers real-time analytics, automated alerts, and full CRUD control, providing consumers with effortless financial clarity and actionable foresight.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8308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🎯 Target Users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Individual consumers seeking automated, hassle-free personal budgeting.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72968"/>
            <a:ext cx="3566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31012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⚡ Core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MERN Stack (MongoDB Compass, Express.js REST APIs, React 18, Node.js).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700016"/>
            <a:ext cx="3566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83717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💡 Core Value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Shifts finance tracking from passive bookkeeping to proactive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GOALS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1. Automated Categorization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Develop a classification engine that assigns incoming expenses into standardized categories (Food, Utilities, Travel) based on merchant &amp; description patterns without manual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2. Recurring Expense Detection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Implement cycle-detection algorithms to automatically identify recurring obligations (Netflix, Rent, WiFi, EMI) and flag them with expected billing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3. Predictive Budget Forecasting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Synthesize historical expenditure data to forecast anticipated monthly requirements and dynamically advise realistic category-wise budget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4. Consumer-First Dashboard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Deliver an interactive, responsive React interface offering real-time budget vs. actual progress indicators, net savings calculation, and visual status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5. Robust &amp; Scalable Backend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Engineer an asynchronous modular REST API using Express.js and MongoDB with structured schema validations for users, categories, transactions, and budgets.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CURRENT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Existing Solutions vs.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Existing Methods in Market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Spreadsheet Templates (Excel / Sheets): Requires manual recording of amounts, dates, and formulas. No automation, no mobile-first alerts, error-prone.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Traditional Mobile Trackers: Basic CRUD apps that still require manual category selection on each entry. Lack intelligence and context.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Bank Statement Exports: Raw transactional statements that arrive at month-end without forward-looking budgeting or proactive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Key Limitations &amp; Drawbacks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100% Manual Effort: Zero automatic classification leads to user fatigue and incomplete records.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No Recurring Awareness: Subscriptions go unnoticed until the user reviews bank deductions weeks later.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Static Unresponsive Budgets: No adaptive forecasting based on past seasonal or month-to-month lifestyle shifts.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Retrospective Only: Shows where money went in the past; gives zero insight into projected month-end balances.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UPGRADED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Solution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✓  Automated Categorization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The system scans transaction descriptions and auto-maps them to categories (e.g., 'Uber' -&gt; Travel, 'KFC' -&gt; Food, 'EB Bill' -&gt; Utilities) using an extensible keyword mapping engine, cutting manual entry by 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✓  Recurring Expense Detection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Analyzes transaction intervals and amounts to isolate repeating periodic expenses (Netflix, Spotify, Rent). The system tags recurring streams and projects upcoming due 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✓  Predictive Budget Forecasting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Replaces static guessing with intelligent moving-average forecasting. By evaluating spending velocity from previous cycles, the system predicts anticipated expenses and suggests realistic budget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✓  Real-Time Visual Control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 interactive React dashboard displays color-coded utilization progress bars, remaining budget metrics, and instantaneous over-budget alerts (Within Budget vs. Over Budget).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1. Frontend Layer (React 18)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Modular component hierarchy (Auth, Expenses, Income, Categories, Budgets, Reports).</a:t>
            </a:r>
            <a:br/>
            <a:r>
              <a:t>• Real-time state synchronization using React Hooks.</a:t>
            </a:r>
            <a:br/>
            <a:r>
              <a:t>• Interactive progress bars &amp; dynamic month selectors.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2. Backend API Layer (Express.js)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Modular RESTful route controllers with Async/Await.</a:t>
            </a:r>
            <a:br/>
            <a:r>
              <a:t>• Categorization &amp; recurring detection service handlers.</a:t>
            </a:r>
            <a:br/>
            <a:r>
              <a:t>• Forecasting aggregation pipelines for monthly summaries.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3. Database Layer (MongoDB Compass)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Users Collection: User authentication &amp; credential store.</a:t>
            </a:r>
            <a:br/>
            <a:r>
              <a:t>• Categories Collection: Dynamic taxonomy mapping.</a:t>
            </a:r>
            <a:br/>
            <a:r>
              <a:t>• Transactions Collection: Unified Expense/Income logs.</a:t>
            </a:r>
            <a:br/>
            <a:r>
              <a:t>• Budgets Collection: Monthly threshold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4. Predictive &amp; Detection Methods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Keyword heuristic matching for automated taxonomy.</a:t>
            </a:r>
            <a:br/>
            <a:r>
              <a:t>• Delta-time clustering for recurring cycles.</a:t>
            </a:r>
            <a:br/>
            <a:r>
              <a:t>• Moving-average historical extrapolation for forecasting.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VALUE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Expected Outcomes &amp;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80% Effort Reduction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Automated categorization and recurring detection virtually eliminate tedious manual logging for common expenses.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Zero Surprise Renewals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Proactive identification of recurring subscriptions ensures users are conscious of automated card billings.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Deficit Prevention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Predictive budget forecasting alerts users when their current spending rate will exceed monthly savings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Clean Consumer Experience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Modern SaaS UI with instant responsive feedback, accessible across mobile and desktop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68335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737360"/>
            <a:ext cx="7619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Personal Expense Management System &amp; Method</a:t>
            </a:r>
          </a:p>
          <a:p>
            <a:pPr algn="ctr"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With Automated Categorization, Recurring Expense Detection &amp; Predictive Budget Forecasting</a:t>
            </a:r>
          </a:p>
          <a:p>
            <a:pPr algn="ctr">
              <a:spcBef>
                <a:spcPts val="2800"/>
              </a:spcBef>
              <a:defRPr sz="1600" b="1">
                <a:solidFill>
                  <a:srgbClr val="10B981"/>
                </a:solidFill>
              </a:defRPr>
            </a:pPr>
            <a:r>
              <a:t>Questions &amp; Feedback Welcome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